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5" autoAdjust="0"/>
    <p:restoredTop sz="94660"/>
  </p:normalViewPr>
  <p:slideViewPr>
    <p:cSldViewPr snapToGrid="0">
      <p:cViewPr varScale="1">
        <p:scale>
          <a:sx n="85" d="100"/>
          <a:sy n="85" d="100"/>
        </p:scale>
        <p:origin x="48" y="1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6F5AE-A870-E812-C966-52CC6183A9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DCE1E1-CA68-3807-C967-284243762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99136-2558-E54B-6CA3-46B3B4828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3867D-3E45-2AAE-EFDE-2F7D370BA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309EA-502F-0150-8AF4-84554F6B4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51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FDD0A-DF7A-E945-144D-4EC7AC8CF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75496-1622-92DA-BDDA-3C67B9D34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A76CB-5AFD-6F9B-34CD-46F838553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003B5B-2084-CEE1-0656-6E1D29F0A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AEF37-938A-FEE9-F442-1A2A79943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395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09A2B-2660-EA4B-30F0-E28AD6D8D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678D56-6F9F-1E25-FCBE-8F4912235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14FE9-4269-8438-D8AB-9CE557433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22F6E-5FBC-AE7A-F4C7-268E746C9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2B3FC4-E4F9-5205-C717-A08A3EAE4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645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235FA-E96D-8BC0-5DFA-85152B3E2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B1AA3-53E8-FC2F-E11B-CA824AD955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8E1F75-4964-FDE7-68F6-B4DF1F33D6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2706A3-0E9E-7AAB-AA8A-70226997C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CE7E0F-7CB1-DAEC-74C8-C7D07D286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D40DB8-9DA5-CFA2-7E24-E7BDEA21C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96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362FE-933B-AA0D-DD30-F648F9671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9FB8B8-BD04-BAF2-3297-1149E4E9B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5D4DAF-6268-A8EF-B109-FAC6F5F64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5AC840-2301-6D2A-7BEC-E0733E531B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855A51-4451-60F8-B6EE-5026389575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452BCB-F0E5-6BE0-2A14-1B457F4C2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F74590-346D-E004-3FDC-DAE9530DE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343DB-D78A-A7FA-AADA-69312486D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5172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78DE0-C487-3F56-63A2-CFA9489A7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E3C70B-CD57-AE85-D9EA-D6B3ED082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7994AA-7AC8-D05A-9B7D-F0EB4AA96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6082F7-F6E3-FA72-04A0-DBC649DD3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465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F13321-40FD-27A8-4234-4096C8050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426236-C794-12DF-115E-8DC5A7090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CFE72-281B-FCF3-E7F2-8B876A02F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4552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4415-0945-54C5-4914-89192459E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44A9E-DBE1-77F0-7E9F-15960B93B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B457E-C01E-9D7A-23BC-F418E5C15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290558-8A55-A1C9-02B4-EDF6A964E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B63771-E6EC-71D3-2F85-AF6397389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5DE180-A43B-C6EB-A0E2-E3A9205D6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295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FCCA3-C7D1-0B1A-B760-AE6FA396D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D9442A-A214-396E-45F0-657AE645B9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761297-8005-10DA-F9B4-7E910E1A3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E6EFCC-3941-34C8-58F8-71C128F4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60829-4822-C0D6-F3A7-83505BFC4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0E5D5-EB6C-16C8-FAFA-FDF4DFFA0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021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1761C-BE5C-6BC6-D57C-3711A573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5F6DC0-E3C5-6965-8967-021386E201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ED267-43A7-B1BC-782C-0064610D0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2B4C7-9856-FF3E-ED01-ECA0CB24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BDACF-4D04-4FAB-4B2A-A2112FFD8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1522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03FFC1-D1A1-A779-8A66-D53D3914CA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F83F52-241D-3C84-A2FF-0CAE630E0A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82A29-9FF9-3F3E-8312-85AAE919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2F5F33-FA17-F897-B602-041584A44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87472-10DB-D4C0-998C-D314DBD4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61720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63910F-E6BA-D5F5-703E-1CCA21CA9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E6606-13F2-3285-3D6B-7E8FE9704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3BCC7-088D-5732-AC3C-03C4E4EA74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886D11-E865-4753-9BDE-276DBECB0E47}" type="datetimeFigureOut">
              <a:rPr lang="en-GB" smtClean="0"/>
              <a:t>06/12/2024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746D8-384B-5F3D-564E-978E66E1F4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A30765-1D96-FE2E-B510-76E0730C16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D33302-598B-47AC-B713-52AAD7F1C13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094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6479A71-3B8A-8450-2070-7E4D2A2A53A5}"/>
              </a:ext>
            </a:extLst>
          </p:cNvPr>
          <p:cNvSpPr/>
          <p:nvPr/>
        </p:nvSpPr>
        <p:spPr>
          <a:xfrm>
            <a:off x="5379813" y="1105134"/>
            <a:ext cx="1666116" cy="9144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Home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F2F42A4-434A-8A5D-BEEC-CE9DB15C5490}"/>
              </a:ext>
            </a:extLst>
          </p:cNvPr>
          <p:cNvSpPr/>
          <p:nvPr/>
        </p:nvSpPr>
        <p:spPr>
          <a:xfrm>
            <a:off x="5379813" y="2272910"/>
            <a:ext cx="1666116" cy="9144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Creating and Sustaining Value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B79C843-D765-A0E0-3427-22948FF3B695}"/>
              </a:ext>
            </a:extLst>
          </p:cNvPr>
          <p:cNvSpPr/>
          <p:nvPr/>
        </p:nvSpPr>
        <p:spPr>
          <a:xfrm>
            <a:off x="5379813" y="3558493"/>
            <a:ext cx="1666116" cy="9144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Maps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ED07861-296B-58B8-81AF-DFC5B14A9F58}"/>
              </a:ext>
            </a:extLst>
          </p:cNvPr>
          <p:cNvSpPr/>
          <p:nvPr/>
        </p:nvSpPr>
        <p:spPr>
          <a:xfrm>
            <a:off x="1633391" y="1684814"/>
            <a:ext cx="1666116" cy="9144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Fossilised Footprints in Folkestone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7C07235-FE3D-2CD3-63B4-9BAA8796DBEE}"/>
              </a:ext>
            </a:extLst>
          </p:cNvPr>
          <p:cNvSpPr/>
          <p:nvPr/>
        </p:nvSpPr>
        <p:spPr>
          <a:xfrm>
            <a:off x="1499690" y="3429000"/>
            <a:ext cx="1666116" cy="9144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MBA Assignment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8CF2F80-914C-D256-683F-FE93BD06EF02}"/>
              </a:ext>
            </a:extLst>
          </p:cNvPr>
          <p:cNvSpPr/>
          <p:nvPr/>
        </p:nvSpPr>
        <p:spPr>
          <a:xfrm>
            <a:off x="1499690" y="4961415"/>
            <a:ext cx="1666116" cy="9144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60870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Botsford, Andrew(IEL)</dc:creator>
  <cp:lastModifiedBy>Botsford, Andrew(IEL)</cp:lastModifiedBy>
  <cp:revision>3</cp:revision>
  <dcterms:created xsi:type="dcterms:W3CDTF">2024-09-28T11:59:24Z</dcterms:created>
  <dcterms:modified xsi:type="dcterms:W3CDTF">2024-12-06T08:10:47Z</dcterms:modified>
</cp:coreProperties>
</file>